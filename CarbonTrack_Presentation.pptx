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34D399"/>
                </a:solidFill>
                <a:latin typeface="Arial"/>
              </a:defRPr>
            </a:pPr>
            <a:r>
              <a:t>🌿 CarbonTrack</a:t>
            </a:r>
          </a:p>
          <a:p>
            <a:pPr>
              <a:spcAft>
                <a:spcPts val="1600"/>
              </a:spcAft>
              <a:defRPr sz="2400" b="1">
                <a:solidFill>
                  <a:srgbClr val="F5F7FA"/>
                </a:solidFill>
                <a:latin typeface="Arial"/>
              </a:defRPr>
            </a:pPr>
            <a:r>
              <a:t>Decentralized Carbon Credit Registry &amp; Retirement Engine</a:t>
            </a:r>
          </a:p>
          <a:p>
            <a:pPr>
              <a:spcAft>
                <a:spcPts val="2800"/>
              </a:spcAft>
              <a:defRPr sz="1400">
                <a:solidFill>
                  <a:srgbClr val="06B6D4"/>
                </a:solidFill>
                <a:latin typeface="Arial"/>
              </a:defRPr>
            </a:pPr>
            <a:r>
              <a:t>Built on Stellar Soroban Smart Contracts • Level 5 Blue Belt Architecture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🌐 Live App: carbon-credit-registry.netlify.app   |   📦 GitHub: github.com/ayush-tech3/Stellar-Carbon-Credit-Registry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The Problem: Structural Flaws in Voluntary Carbon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TRUST DEFICIT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Double-Counting &amp; Fraud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Same carbon credits sold to multiple buyers across private silos.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Zero real-time cryptographic reconciliation between registries.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Severe greenwashing risk for enterprise ESG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HIGH FRICTION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High Intermediary Costs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Brokers and middlemen take 15% to 30% of credit value.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Capital is diverted away from real reforestation &amp; clean energy projects.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High minimum transaction volumes lock out small participants.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OPAQUE SYSTEMS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Slow Reconciliations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Credit issuance &amp; transfer cycles take days to weeks.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Manual spreadsheets and PDF certificate verification.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No immutable, public audit trail for retired credits.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The Solution: Cryptographic Trust on Stellar Soroban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ISSUANCE ENGINE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🌱 Verifiable Issuance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Role-Based Access Control authorizes certified carbon project developers.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Credits minted with immutable metadata (vintage, methodology, project ID).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Direct ledger verification prevents duplicate mints.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LIQUID MARKET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⚡ Sub-Second Transfers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Direct peer-to-peer and corporate transfers on Stellar.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Sub-5 second finality with near-zero gas fees (&lt;$0.0001).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Atomic settlement eliminates counterparty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ZERO DOUBLE-SPEND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🔥 Permanent Retirement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Atomic burning destroys credits permanently from circulation.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Mints unique Retirement Certificate (CERT-2026-XXXXX).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Cryptographically guarantees non-reusability for ESG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LAYER 1: INTERFACE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Frontend &amp; UX Tier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Next.js 15 App Router &amp; React 19.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Tailwind CSS &amp; Glassmorphic dark theme.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Zustand State Management for real-time sync.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Recharts visual analytics &amp; methodology breakdown.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3D Particle Canvas hero &amp; micro-animations.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LAYER 2: CONNECTIVITY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Wallet &amp; SDK Tier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@stellar/stellar-sdk &amp; @stellar/freighter-api.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1-Click Instant Funded Demo Keypair for frictionless testing.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Freighter browser wallet integration with explicit permissions.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Live RPC provider connection to Stellar Soroban Testnet.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LAYER 3: SOROBAN CONTRACTS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Smart Contract Tier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Rust &amp; Soroban SDK on Stellar Testnet.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Dual-contract architecture with caller verification.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Contract 1: CarbonCreditRegistry (Mint, Transfer, RBAC).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Contract 2: RetirementManager (Permanent burn &amp; certs).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Atomic cross-contract invocations.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Soroban Smart Contract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CORE REGISTRY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CarbonCreditRegistry Contract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initialize(admin) — Sets registry owner &amp; security params.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add_issuer(issuer) / remove_issuer(issuer) — RBAC governance.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issue_credits(issuer, project, amount, vintage, methodology) — Mints tokenized credits.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transfer(from, to, credit_id, amount) — Atomic balances update.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retire_credits(owner, credit_id, amount, beneficiary) — Calls RetirementManager &amp; burns tokens.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get_balance(owner, credit_id) &amp; get_total_issued() — Query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BURN &amp; CERTIFICATE LEDGER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RetirementManager Contract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record_retirement(credit_id, amount, beneficiary, project) — Records burn record permanently.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Caller Verification — Restricts invocation strictly to verified Registry Contract.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Certificate Engine — Generates immutable hash &amp; unique certificate ID (CERT-2026-XXXXX).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get_retirement_record(cert_id) — Public verifier for auditors.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get_total_retired() — Global platform aggregate 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Key Product Features &amp; UX Polish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SEAMLESS UX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1-Click Onboarding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Funded Demo Wallet mode allows instant testnet interaction.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Freighter wallet extension with automatic detection.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No seed phrase hassle for preliminary testing.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Real-time balance refresh.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DATA &amp; TELEMETRY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Live ESG Analytics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Interactive Recharts for methodology breakdown (VCS vs Gold Standard).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Global metrics counters (Total Issued, Retired, Active).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Real-time live activity feed of testnet events.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Exportable retirement certificate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ENTERPRISE READY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Production-Grade Polish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Mobile responsive drawer &amp; bottom navigation.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React ErrorBoundary with graceful fallback UI.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Skeleton loading states for zero layout shift.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Animated toast alerts for transaction status.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In-app feedback widget &amp; survey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Target User Roles &amp; Real-World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ROLE 1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🌱 Project Issuers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Submit MRV data.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Mint batch credits directly on-chain.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Attach vintage &amp; methodology specs.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Manage inventory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ROLE 2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🏢 Corporate Buyers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Purchase certified credits peer-to-peer.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Transfer batches across subsidiaries.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Sub-second settlement on Stellar.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ROLE 3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🔥 Net-Zero Officers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Retire credits permanently.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Specify beneficiary for ESG reporting.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Receive immutable CERT-2026 certificate.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ROLE 4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🔍 ESG Auditors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Inspect public Stellar ledger.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Verify retirement hash on Stellar Expert.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100% guarantee against double counting.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Testnet Traction &amp; Performance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SCALE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On-Chain Traction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1.22M+ tons of CO₂ simulated on Stellar Testnet.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50+ Onboarded organizations &amp; testnet accounts.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2 Fully deployed Soroban smart contracts.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Verified transactions on Stellar Expert Explorer.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EFFICIENCY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Performance &amp; Speed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Sub-5 second transaction finality.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&lt;$0.0001 average transaction cost.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Zero gas price volatility spikes.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Energy-efficient Stellar Consensus Protocol (SCP).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RELIABILITY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Code Quality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100% Soroban Rust unit &amp; integration test pass.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Comprehensive edge-case coverage.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Cross-contract authorization safety.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Clean TypeScript codebase with strict typing.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Community Feedback &amp; Product Evolution (Level 4/5)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USER INSIGHTS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User Feedback Insights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• Issuer Feedback: 'Needed an instant preview without connecting browser extension every time.'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• Auditor Feedback: 'Wanted visual breakdown by methodology (VCS vs Gold Standard).'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• Enterprise Retiree: 'Freighter wallet permission prompts should be explicit.'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• Mobile Trader: 'Needed mobile navigation drawer and toast alerts.'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ACTIONS TAKEN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Shipped Improvements &amp; Actions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✅ Built 1-Click Instant Demo Wallet with funded testnet keypair.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✅ Integrated interactive Recharts methodology analytics chart.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✅ Added explicit setAllowed()/isAllowed() Freighter handling.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✅ Implemented mobile responsive drawer, bottom nav, and toast alerts.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✅ Integrated public Google Feedback Form &amp; live response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Future Roadmap &amp; Innovation Horizon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MICRO-OFFSETTING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Phase 1: Micro-Credits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Target: Q4 2026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Upgrade Soroban contracts for micro-fractional credits.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Enables retail offsetting down to $0.0001 per kg CO₂ for everyday purchases.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ORACLE LAYER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Phase 2: Oracle Feeds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Target: Q1 2027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Integrate decentralized oracle feeds for Verra &amp; Gold Standard.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Automatic cross-verification of satellite MRV and real-world registries.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DECENTRALIZATION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Phase 3: DAO Governance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Target: Q2 2027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Transition issuer approval (add/remove issuer) to token-weighted DAO voting.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Fully decentralized community stewardship.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14"/>
          </a:solidFill>
          <a:ln>
            <a:solidFill>
              <a:srgbClr val="0A1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Arial"/>
              </a:defRPr>
            </a:pPr>
            <a:r>
              <a:t>STELLAR SOROBAN • CARBON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7FA"/>
                </a:solidFill>
                <a:latin typeface="Arial"/>
              </a:defRPr>
            </a:pPr>
            <a:r>
              <a:t>Explore CarbonTrack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18320" cy="4389120"/>
          </a:xfrm>
          <a:prstGeom prst="roundRect">
            <a:avLst/>
          </a:prstGeom>
          <a:solidFill>
            <a:srgbClr val="1226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LIVE DEPLOYMENT</a:t>
            </a:r>
          </a:p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  <a:latin typeface="Arial"/>
              </a:defRPr>
            </a:pPr>
            <a:r>
              <a:t>Links &amp; Demonstration Resources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🌐 Live Web App:  https://carbon-credit-registry.netlify.app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🎥 Video Walkthrough:  https://youtu.be/tyFBRt-QJQs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📦 GitHub Repository:  https://github.com/ayush-tech3/Stellar-Carbon-Credit-Registry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📝 User Feedback Form:  https://forms.gle/rF7KsMAaD7SQzQan9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📊 Public Responses Sheet:  https://docs.google.com/spreadsheets/d/1mKnmxuc9a4YKgHesZjv9jU-2HPNfopE4hsUmRv3Csp4</a:t>
            </a:r>
          </a:p>
          <a:p>
            <a:pPr>
              <a:spcAft>
                <a:spcPts val="600"/>
              </a:spcAft>
              <a:defRPr sz="1150">
                <a:solidFill>
                  <a:srgbClr val="F5F7FA"/>
                </a:solidFill>
                <a:latin typeface="Arial"/>
              </a:defRPr>
            </a:pPr>
            <a:r>
              <a:t>•  🔍 Stellar Expert Explorer:  https://stellar.expert/explorer/testnet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